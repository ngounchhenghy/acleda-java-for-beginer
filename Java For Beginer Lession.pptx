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256" r:id="rId3"/>
    <p:sldId id="259" r:id="rId4"/>
    <p:sldId id="258" r:id="rId5"/>
    <p:sldId id="260" r:id="rId6"/>
    <p:sldId id="278" r:id="rId7"/>
    <p:sldId id="261" r:id="rId8"/>
    <p:sldId id="262" r:id="rId9"/>
    <p:sldId id="277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19"/>
  </p:normalViewPr>
  <p:slideViewPr>
    <p:cSldViewPr snapToGrid="0">
      <p:cViewPr varScale="1">
        <p:scale>
          <a:sx n="119" d="100"/>
          <a:sy n="119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E37E89-A246-A24B-AB0A-1E489544FD74}" type="datetimeFigureOut">
              <a:rPr lang="en-KH" smtClean="0"/>
              <a:t>11/1/26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FE1B8A-BCC8-3841-9934-CDAF99AF1053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206079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FE1B8A-BCC8-3841-9934-CDAF99AF1053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261271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36E7C-9401-224F-FCE6-87AE27CB5B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77CDE5-7DB0-88A7-D6D7-B452063F97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EAC3D-F81B-B903-ECEE-0C2D80AB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02B9B-8A09-4C6D-3D19-A7B2B8FFC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6355B-0CC9-F4F8-C717-F202355FE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218415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53227-B443-3C8B-16C4-0F2E7DCE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3CF36-6C3F-64AD-02EE-F64DBF54A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269840-26A0-91AF-1B4D-555E79954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6DB7D5-8EAD-1657-5BDD-479A47DFD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6E1E4-0F0C-D9F0-F690-EF392322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17106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61E70-7D75-6C0A-F88E-52C30C94E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813CE-4006-D9E8-CE1B-A12F0A753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FDFB8-AC9B-1B20-77AD-271AFC827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5A31C-1CD4-8B97-7C94-B3DC8BCB4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9DC56-AC38-1772-9B93-1D59E67C4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93827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1B941-9049-E810-49D0-CA5DC55C2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37E62-BD54-68CD-1F80-3EBA70C86A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91E09C-778E-D388-1A4D-8E6ED2E0ED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007E25-80EC-5DD4-6E6E-1ED3C0E7A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8C8EB-914F-44A6-6595-882BCE3B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262FA-57AD-D602-B864-FF8F078EE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17285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B595F-727A-409B-A911-A05E378E1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3FBE9F-0CDA-EE31-D21D-86319F08F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9BA88A-BE0F-901D-C9BF-9F0CF5B491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6E79AD-49CB-3AAC-BB78-7545E30E9D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03E135-62D0-EF7F-2780-77967F56DB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335E22-4137-5BA6-3A4E-AE7E1C0F9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95741E-F741-86FD-21BA-9A13F5A0B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324963-5825-F5C5-824C-7D5C63FA2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4261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0B908-6E5C-3D4A-9C36-79E250A1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40A3AA-FE44-2CF1-3FB1-48B2D64A5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E03CFA-A98B-0E89-9D3A-E707E9B2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5CE16F-2D8D-DBEA-5F8E-ED55786C7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80224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C2A897-861D-6E59-4219-527B54E8D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495AD2-04BE-312F-9264-7146067D2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BE77E-E255-DCCA-7615-7CAEED200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833999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75613-ECD8-284C-3C5F-E5B9923E1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86D53-6D48-D531-3FCA-1A281A188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E17683-7864-A410-4AC2-234EB29183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A95EE-2D88-D7EA-E057-C0C9BE3A9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D0026-DABA-8461-B1CE-4934824FA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030184-01DF-20A5-D10C-6391627B4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4578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1B1C-11EA-8032-F790-AEC2E16E2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AEF846-075F-BF13-3265-52B70605D7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631C89-BB47-C354-7620-011E535D96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92D47-DC38-8912-1B8A-97DFC569C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2C63A8-06C3-8F55-534F-FA9606FD9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793B1-20E2-89BC-9594-05C8EE72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84079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47D88-70AB-A5DA-1959-1DBB0A376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CDE9E-433A-4309-FFA0-2353A2CFA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69BAC-E584-E68D-B29E-A3ED8B4DD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26508-CB21-5C13-BC13-72EAEB44C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F8157-09C9-5A43-8E9D-EA5A62FAE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54885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3B8D8-5E4B-00BC-59DC-800179803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2C80B-B768-11C1-5703-DA0F6E66C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F97C5-799D-2C14-9086-B96BEFCBB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C8A0B-3BAE-5F09-195E-10A868CFC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D0961-DF1B-DAE1-6EC9-99721064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59424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C26B0F-38AF-5108-EA6A-E85F48032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EF0D6-0A97-E794-0E44-F232E4419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78820-FEA2-6016-3BC0-57CED76B46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3798AC-E4EF-984F-9628-F82F37562B92}" type="datetimeFigureOut">
              <a:rPr lang="en-KH" smtClean="0"/>
              <a:t>11/1/26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ED4DF-63F3-D8E2-C1C2-9E28D38992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04D9-3BB9-5B3A-C080-5CDF0A540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398660-5B22-C24A-8A47-8E9313BD5DCA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445890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/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/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/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1020</Words>
  <Application>Microsoft Macintosh PowerPoint</Application>
  <PresentationFormat>Widescreen</PresentationFormat>
  <Paragraphs>114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Kh Battambang</vt:lpstr>
      <vt:lpstr>Khmer OS Battambang</vt:lpstr>
      <vt:lpstr>Khmer OS Content</vt:lpstr>
      <vt:lpstr>Office Theme</vt:lpstr>
      <vt:lpstr>   សម្រាប់អ្នកចាប់ផ្តើមដំបូង   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3</cp:revision>
  <dcterms:created xsi:type="dcterms:W3CDTF">2026-01-11T04:50:54Z</dcterms:created>
  <dcterms:modified xsi:type="dcterms:W3CDTF">2026-01-11T04:55:25Z</dcterms:modified>
</cp:coreProperties>
</file>