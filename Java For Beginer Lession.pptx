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43"/>
    <p:restoredTop sz="94719"/>
  </p:normalViewPr>
  <p:slideViewPr>
    <p:cSldViewPr snapToGrid="0">
      <p:cViewPr varScale="1">
        <p:scale>
          <a:sx n="93" d="100"/>
          <a:sy n="93" d="100"/>
        </p:scale>
        <p:origin x="216" y="7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22/1/26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4169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14024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50405-EA6E-E7C9-0FB1-BE4DD6BD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E1FA3-7CE0-9711-EEE5-B7ECFB06C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BBAAE-706B-0E6C-4EC7-4E4C579A6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0FE22-2D10-12A0-0FBF-A72BBB002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428133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E283-5004-EDFE-E284-418BADCF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24B57-B88F-A610-7A8D-C70500F5F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A1662-94C7-3A95-F22F-E7689C1DC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BE0E-EB76-80D7-5DAD-D73AACF89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9202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63E8-59E2-C8BB-5CA7-74DE51905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85A76-7024-17A8-96EE-FD0AC6C26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60A10-C287-7F89-55F7-108743D8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6232-3E57-1C7B-15D2-27E0569F2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38321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4739-DACE-B04A-8DDA-59A86FBD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D71B6-CA73-21CD-F878-519FC5340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047CE-1D9D-1C5D-DB8E-67DD8205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CDC08-6028-E4C0-131C-C85A04C07D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021849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07BA6-33D2-0678-9B24-97F53DBC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C6A34-0BE4-679C-BCFF-D5E5D8A96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9A8C3-51E6-9018-4B4D-F7B381233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BD51D-3E34-C369-6D4E-0905E4848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79144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308FD-81B4-3104-8BF0-0F47DE1BD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55AF-C792-996D-7026-A94AF3ED3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B95B1-1FBD-5FBA-5022-F35048AE0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18853D-931F-B944-1396-C65C4BC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91101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22/1/26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ការប្រៀបធៀប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</a:t>
            </a:r>
            <a:r>
              <a:rPr lang="en-KH" sz="26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ឫបដិសេធ ស្ថានភា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សំដៅលើការគ្រប់គ្រងលំហូដំណើរការនៃ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ប្រយោគផ្លោះ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Exception Handling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Static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Instance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BEE96-D498-F934-3B06-2A6AC86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A55AF-C5FD-4E3E-A0D0-4DAB2A767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(Jump Statement)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CE460-F78D-AF09-F0F5-8466D2B25C3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AC5608-E4A9-92E1-0FAC-36CF7087C3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FD4DB3-93A9-D9AC-EB57-19D6796E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0C34949-ED45-38A2-58F5-BB5A9AF79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ដែលប្រើប្រាស់សម្រាប់កែប្រែលំហូរក្នុងការប្រតិបត្តិនៃប្លុក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ដោយធ្វើការផ្ទេរការគ្រប់គ្រងទៅកាន់ផ្នែកផ្សេងនៃកម្មវិធី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វាអនុញ្ញាតប្រើប្រាស់សម្រាប់ចាកចេញពី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loop/method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ជាមុន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រំលងការធ្វើម្តងទៀតនៃ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ការផ្តល់តម្លៃត្រឡប់ទៅវិញ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និងធ្វើឲ្យ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កាន់តែមានប្រសិទ្ធិភាព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continue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return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</a:t>
            </a:r>
            <a:r>
              <a:rPr lang="km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ចេញពីរង្វិលជុំបច្ចុប្បន្នភ្លាមៗ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(for, while, do-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while,switch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គឺជាការរំលងនូវការធ្វើឡើងវិញនៃ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នាពេលបច្ចុប្បន្ន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ហើយបន្តទៅការធ្វើឡើងវិញបន្ទាប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គឺជាការចាកចេញពី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ទាំងស្រុង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ហើយផ្ទេរការគ្រប់គ្រងត្រឡប់ទៅ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ដែលបានហៅមក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ឫផ្តល់តម្លៃត្រឡប់ទៅវិញ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km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387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9452-9F9A-DC4B-36BB-214450AD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B448-32EB-5468-5E07-480F57891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660190-D9DF-7E5F-6EDB-D13428B0546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CE588-736C-5A5C-F8EE-10B6BD975E0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BABEC3-2A4E-AFC2-4D04-6A15F080C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82314D0-A1BD-8D85-1970-5F94021B2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ដែលប្រើប្រាស់សម្រាប់កាន់កាប់ទៅលើ</a:t>
            </a:r>
            <a:r>
              <a:rPr lang="km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ព្រឹត្តិការណ៍ដែលមិនចង់បាន ឬមិននឹកស្មានដល់ដែលកើតឡើងកំឡុងពេលដំណើរការកម្មវិធី ហើយរំខានដល់លំហូរធម្មតារបស់វា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catch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finally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 :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ដែលត្រូវបានសាកល្បងសម្រាប់ការលើកលែងក្នុងអំឡុងពេលប្រតិបត្តិ។ ប្រសិនបើករណីលើកលែងកើតឡើង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ដែលនៅសល់ក្នុងប្លុកសាកល្បងត្រូវបានរំលង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ដើម្បីដោះស្រាយប្រសិនបើមានករណីលើកលែងកើតឡើង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finally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តែងតែត្រូវបានប្រតិបត្តិបន្ទាប់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ពីការប្រតិបត្តិនៃប្លុក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របស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throw​: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ប្រើដើម្បីបោះ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ការកើតឡើងនូវ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ករណីលើកលែងមួយយ៉ាងច្បាស់លាស់ពីក្នុង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ប្រើក្នុងការបញ្ជាក់លើ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ដើម្បីប្រកាសថា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អាចបណ្តាលឲ្យករណីលើកលែងជាក់លាក់មួយ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ឫច្រើនកើតឡើងក្នុងពេលវាធ្វើប្រតិបត្តិការ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។</a:t>
            </a:r>
            <a:endParaRPr lang="km-KH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2232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D39B0-55A8-EF29-D0E7-12C81B2B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7C63-13F4-0968-3E42-E219D77CB1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A601CB-85BF-18EB-C690-DE4B6D029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7FCE87-CC11-8CDF-4493-A3129572623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6DF9C8-F40B-639D-ACCF-B99AE41DA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FCF2BE-DF88-72E5-135E-297DF666B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ដែលប្រើប្រាស់ក្នុងការកំណត់លំដាប់លំដោយនៃជំហាននីមួយ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ៗ​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សម្រាប់ការផ្ទុកទិន្នន័យតែម្តងគត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និងការចាប់ផ្តើមនៃ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មួយដែលកើតឡើងនៅពេល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JVM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ត្រូវការប្រើប្រាស់វាដំបូង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ជំហាននៃ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Flow:</a:t>
            </a:r>
            <a:endParaRPr lang="km-KH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ធ្វើការស្កេន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ហើយធ្វើការកំណត់នូវអត្តសញ្ញាណរាល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static variables, static blocks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methods។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variables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ត្រូវបានចាត់តាំងតម្លៃចាប់ផ្តើម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បានប្រតិបត្តិទៅតាមលំដាប់ដែលបានលិចឡើងពីប្រភព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code។</a:t>
            </a: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ចាប់ផ្តើមប្រតិបត្តិ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public static void main(String[]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args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ដែលជាចំណុចចូលកម្មវិធី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50872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83A6A-539A-ADDB-D8E0-9D0E2FD5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4139-28EB-EBFC-7407-F9177D2891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A6992-F556-F5B6-31B8-7C0B59BFA0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698FBD-3CB5-D1FD-7203-611EFDA65D1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81B597-8102-C362-5D51-B2168AE34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9C3E948-4D3B-CF13-506C-6C86FEAFC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គឺជាដំណើរការជាជំហានៗនៃការចាប់ផ្តើមរបស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មួយក្នុងកម្មវីធី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នៅពេលដែលវាបានកើតឡើង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លំដាប់លំដោយពេលដែលបង្កើត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object: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ការដំណើរការ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មុនគេបង្អស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ប្រតិបត្តិដំបូងគេបំផុតនូវ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(static blocks, static variables)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class​។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ប៉ុន្តែវាប្រតិ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បត្តិតែម្តងប៉ុណ្ណោះ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Member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ស្កេន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ពីលើចុះក្រោមដើម្បីកំណត់អត្តសញ្ញណនូវរាល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instance variables, instance initializer blocks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constuctors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និងការចាត់តាំងតម្លៃនៃ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ជាការប្រតិបត្តិពីលើចុះក្រោមនូវការចាត់តាំងតម្លៃ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ទៅឲ្យ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និងប្លុកកម្មវិធីចាប់ផ្តើម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ជាការប្រតិបត្តិចុងក្រោយបំផុតនូវ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ជាក់លាក់ដែលនឹងត្រូវបានបង្កើត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220872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3D5F2-0FC7-2AE7-5D2B-89C136AF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3FFBF-3562-896C-8F30-B482D11AA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50AC72-125B-BDCF-3866-5CCD6EDD77B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4470E-C2C7-2086-84C0-775259A2704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C41771-2614-1A15-D34A-DBD283168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71E7C86-87BB-E04B-ACF2-29A9CB612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507311"/>
            <a:ext cx="10954536" cy="3528152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ដែលអនុវត្តនូវការងារជាក់លាក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ហើយវាដំណើរការតែពេលដែលត្រូវបានហៅមកប្រើតែប៉ុណ្ណោះ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Parameters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មួយដែលបានកំណត់ឡើងនៅក្នុង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ដែលមានតួនាទីដាក់ទិន្នន័យសម្រាប់បញ្ជូនទៅឲ្យ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ត្រូវបានហៅ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688718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2A4274-3CA8-67B9-E0D9-C1A4ABC4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E16E-A524-A9BB-51BE-00D5D4BEE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5708D5-6384-2ABD-E349-AA28DA16536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0D7CF6-B0F2-1885-9FC8-6EEFEDAA75D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61F6EEC-C875-0393-745F-C3D465561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877883-D334-D714-6BBD-6E1AEDB53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56582"/>
            <a:ext cx="10954536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sz="2800" dirty="0"/>
              <a:t> </a:t>
            </a:r>
            <a:r>
              <a:rPr lang="en-KH" sz="2000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ដែលផ្តល់តម្លៃត្រឡប់មកវិញ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តម្លៃដែលត្រូវផ្តល់ត្រឡប់ទៅវិញ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ដែលមានប្រភេទទិន្នន័ដូចនិង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គឺជាពាក្យសម្រាប់បញ្ជាក់កម្រិតនៃការចូលទៅកាន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មិនបញ្ជាក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់)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b="1" dirty="0"/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ប្រភេទទិន្នន័យនៃតម្លៃដែលត្រូវផ្តល់ត្រឡប់មកវិញ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សម្រាប់ហៅនៅពេលប្រើប្រាស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សម្រាប់ប្រើប្រាស់ក្នុង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1486045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EDD9A-9AB7-2D7D-2377-2293CEFB3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451F-8670-735F-59B4-82D837025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78FE91-F0D1-8BB6-0BE5-BFAA3D2E21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FDBDDBD-BDFC-F5A9-A2F6-F6225499C74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49E800C-B977-9320-EA12-0CD772F88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5CD8C5-0758-8B3E-09F3-7F605119B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ដែលមិនផ្តល់តម្លៃត្រឡប់មកវិញ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(No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void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000" dirty="0"/>
              <a:t>✍️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ការបង្កើត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អាចធ្វើការដាក់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ច្រើនបន្តបន្ទាប់គ្នាដោយប្រើសញ្ញា ”</a:t>
            </a:r>
            <a:r>
              <a:rPr lang="en-KH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នៅចំកណ្តាលរវៀង parameter ពីរ ឫច្រើន ឫមិនដាក់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ក៍បាន។</a:t>
            </a:r>
            <a:b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​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ឧទាហរណ៍ទី១៖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parameterName2){}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ឧទាហរណ៍ទី២៖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(){}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69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82939-474D-9AF5-7DA6-AE243BB31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D42D5-55CB-C1B8-BD47-3591EB2B2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B24296-590A-6AFB-B54C-F2E44062772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66718-FBD5-D9C3-443D-C38CEA87EF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A8D571-EA15-D167-F3E3-AA9107585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750D091-B569-4A1A-8380-9C4650A2F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</a:t>
            </a:r>
            <a:r>
              <a:rPr lang="en-KH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វិសាលភាព​នៃ Access Modifier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ឫmember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subclasses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បានទាំងក្នុង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និងpackage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ផ្សេងគ្នា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1167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36489-92E5-AA56-A601-E4FDCF7C0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269EF-0971-363A-37DD-DBE780D3C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B832F0-880A-10E2-3951-DF73C2C0ABD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5ACEAD-5F73-1745-9165-A23D73687CC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538804B-BBE5-0539-7C77-C9772E799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30923D-D914-BD8E-B0FB-9E5D1E2008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 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គឺជាវត្ថុមួយសម្រាប់ផ្ទុកចំនួនថេរនៃតម្លៃ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នៃប្រភេទទិន្នន័យតែមួយដូចគ្នា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Array​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ត្រូវបានចែកជាពីរប្រភេទគឺ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Single-Dimensional Array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គឺរចនាសម្ព័ន្ធទិន្នន័យមួយជួរ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ដែលផ្ទុកតារាងនៃធាតុជាច្រើនមានប្រភេទទិន្នន័យដូចគ្នា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ហើយធាតុនីមួយៗត្រូវបានចូលប្រើតាមរយៈ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index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{"A", "B", "C"};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Multi-Dimensional Array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វាត្រូវបានគេប្រើដើម្បីផ្ទុកទិន្នន័យជាទម្រង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grid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table 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String[][]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letters =</a:t>
            </a:r>
            <a:r>
              <a:rPr lang="en-US" dirty="0"/>
              <a:t> 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{{"A", "B", "C"}, {"a", "b", "c"}};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1972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1825</TotalTime>
  <Words>4355</Words>
  <Application>Microsoft Macintosh PowerPoint</Application>
  <PresentationFormat>Widescreen</PresentationFormat>
  <Paragraphs>360</Paragraphs>
  <Slides>41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9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  <vt:lpstr>ប្រយោគផ្លោះ(Jump Statement)</vt:lpstr>
      <vt:lpstr>Exception Handling</vt:lpstr>
      <vt:lpstr>static</vt:lpstr>
      <vt:lpstr>Instance</vt:lpstr>
      <vt:lpstr>Methods និងParameters</vt:lpstr>
      <vt:lpstr>Methods និងParameters</vt:lpstr>
      <vt:lpstr>Methods និងParameters</vt:lpstr>
      <vt:lpstr>Methods និងParameters</vt:lpstr>
      <vt:lpstr>Arrays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577</cp:revision>
  <cp:lastPrinted>2026-01-11T04:09:46Z</cp:lastPrinted>
  <dcterms:created xsi:type="dcterms:W3CDTF">2026-01-06T12:55:20Z</dcterms:created>
  <dcterms:modified xsi:type="dcterms:W3CDTF">2026-01-22T15:39:38Z</dcterms:modified>
</cp:coreProperties>
</file>