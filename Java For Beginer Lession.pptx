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6"/>
    <p:restoredTop sz="94719"/>
  </p:normalViewPr>
  <p:slideViewPr>
    <p:cSldViewPr snapToGrid="0">
      <p:cViewPr>
        <p:scale>
          <a:sx n="100" d="100"/>
          <a:sy n="100" d="100"/>
        </p:scale>
        <p:origin x="696" y="600"/>
      </p:cViewPr>
      <p:guideLst/>
    </p:cSldViewPr>
  </p:slideViewPr>
  <p:outlineViewPr>
    <p:cViewPr>
      <p:scale>
        <a:sx n="33" d="100"/>
        <a:sy n="33" d="100"/>
      </p:scale>
      <p:origin x="0" y="-5218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15/1/26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15/1/26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ឫបដិសេធ ស្តានភាពតម្លៃ។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850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សំដៅលើលំដាប់លំដោយនៃប្រយោគនីមួយនៃ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ត្រូវបានដំណើរការនៅក្នុងកម្មវិធី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គឺជាដំណើរការជាជំហានៗនៃការចាប់ផ្តើមរបស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នៅពេលដែលវាបានកើតឡើង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1493</TotalTime>
  <Words>3817</Words>
  <Application>Microsoft Macintosh PowerPoint</Application>
  <PresentationFormat>Widescreen</PresentationFormat>
  <Paragraphs>325</Paragraphs>
  <Slides>36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507</cp:revision>
  <cp:lastPrinted>2026-01-11T04:09:46Z</cp:lastPrinted>
  <dcterms:created xsi:type="dcterms:W3CDTF">2026-01-06T12:55:20Z</dcterms:created>
  <dcterms:modified xsi:type="dcterms:W3CDTF">2026-01-15T15:50:51Z</dcterms:modified>
</cp:coreProperties>
</file>