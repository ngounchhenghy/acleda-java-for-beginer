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66"/>
    <p:restoredTop sz="94719"/>
  </p:normalViewPr>
  <p:slideViewPr>
    <p:cSldViewPr snapToGrid="0">
      <p:cViewPr varScale="1">
        <p:scale>
          <a:sx n="107" d="100"/>
          <a:sy n="107" d="100"/>
        </p:scale>
        <p:origin x="17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13/1/26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13/1/26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ទំនាក់ទំនង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ឫបដិសេធ ស្តានភាពតម្លៃ។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សំដៅលើលំដាប់លំដោយនៃប្រយោគនីមួយនៃ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ត្រូវបានដំណើរការនៅក្នុងកម្មវិធី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ប្រយោគលោត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(Jums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ការដោះស្រាយករណីលើកលែង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(Exception Handling)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3091</Words>
  <Application>Microsoft Macintosh PowerPoint</Application>
  <PresentationFormat>Widescreen</PresentationFormat>
  <Paragraphs>290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441</cp:revision>
  <cp:lastPrinted>2026-01-11T04:09:46Z</cp:lastPrinted>
  <dcterms:created xsi:type="dcterms:W3CDTF">2026-01-06T12:55:20Z</dcterms:created>
  <dcterms:modified xsi:type="dcterms:W3CDTF">2026-01-13T15:16:31Z</dcterms:modified>
</cp:coreProperties>
</file>