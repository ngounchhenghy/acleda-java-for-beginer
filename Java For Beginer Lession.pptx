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  <p:sldId id="289" r:id="rId34"/>
    <p:sldId id="290" r:id="rId35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188"/>
    <p:restoredTop sz="94719"/>
  </p:normalViewPr>
  <p:slideViewPr>
    <p:cSldViewPr snapToGrid="0">
      <p:cViewPr varScale="1">
        <p:scale>
          <a:sx n="103" d="100"/>
          <a:sy n="103" d="100"/>
        </p:scale>
        <p:origin x="176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14/1/26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14/1/26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ការប្រៀបធៀប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ឫបដិសេធ ស្តានភាពតម្លៃ។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85000"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សំដៅលើលំដាប់លំដោយនៃប្រយោគនីមួយនៃ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ត្រូវបានដំណើរការនៅក្នុងកម្មវិធី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ប្រយោគផ្លោះ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Exception Handling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Static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Instance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BEE96-D498-F934-3B06-2A6AC86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A55AF-C5FD-4E3E-A0D0-4DAB2A767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(Jump Statement)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CE460-F78D-AF09-F0F5-8466D2B25C3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AC5608-E4A9-92E1-0FAC-36CF7087C3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FD4DB3-93A9-D9AC-EB57-19D6796E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0C34949-ED45-38A2-58F5-BB5A9AF79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ដែលប្រើប្រាស់សម្រាប់កែប្រែលំហូរក្នុងការប្រតិបត្តិនៃប្លុក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ដោយធ្វើការផ្ទេរការគ្រប់គ្រងទៅកាន់ផ្នែកផ្សេងនៃកម្មវិធី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វាអនុញ្ញាតប្រើប្រាស់សម្រាប់ចាកចេញពី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loop/method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ជាមុន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រំលងការធ្វើម្តងទៀតនៃ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ការផ្តល់តម្លៃត្រឡប់ទៅវិញ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និងធ្វើឲ្យ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កាន់តែមានប្រសិទ្ធិភាព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continue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return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</a:t>
            </a:r>
            <a:r>
              <a:rPr lang="km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ចេញពីរង្វិលជុំបច្ចុប្បន្នភ្លាមៗ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(for, while, do-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while,switch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គឺជាការរំលងនូវការធ្វើឡើងវិញនៃ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នាពេលបច្ចុប្បន្ន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ហើយបន្តទៅការធ្វើឡើងវិញបន្ទាប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គឺជាការចាកចេញពី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ទាំងស្រុង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ហើយផ្ទេរការគ្រប់គ្រងត្រឡប់ទៅ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ដែលបានហៅមក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ឫផ្តល់តម្លៃត្រឡប់ទៅវិញ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km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387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9452-9F9A-DC4B-36BB-214450AD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B448-32EB-5468-5E07-480F57891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660190-D9DF-7E5F-6EDB-D13428B0546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CE588-736C-5A5C-F8EE-10B6BD975E0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BABEC3-2A4E-AFC2-4D04-6A15F080C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82314D0-A1BD-8D85-1970-5F94021B2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ដែលប្រើប្រាស់សម្រាប់កាន់កាប់ទៅលើ</a:t>
            </a:r>
            <a:r>
              <a:rPr lang="km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ព្រឹត្តិការណ៍ដែលមិនចង់បាន ឬមិននឹកស្មានដល់ដែលកើតឡើងកំឡុងពេលដំណើរការកម្មវិធី ហើយរំខានដល់លំហូរធម្មតារបស់វា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catch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finally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 :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ដែលត្រូវបានសាកល្បងសម្រាប់ការលើកលែងក្នុងអំឡុងពេលប្រតិបត្តិ។ ប្រសិនបើករណីលើកលែងកើតឡើង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ដែលនៅសល់ក្នុងប្លុកសាកល្បងត្រូវបានរំលង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ដើម្បីដោះស្រាយប្រសិនបើមានករណីលើកលែងកើតឡើង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finally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តែងតែត្រូវបានប្រតិបត្តិបន្ទាប់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ពីការប្រតិបត្តិនៃប្លុក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របស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throw​: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ប្រើដើម្បីបោះ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ការកើតឡើងនូវ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ករណីលើកលែងមួយយ៉ាងច្បាស់លាស់ពីក្នុង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ប្រើក្នុងការបញ្ជាក់លើ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ដើម្បីប្រកាសថា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អាចបណ្តាលឲ្យករណីលើកលែងជាក់លាក់មួយ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ឫច្រើនកើតឡើងក្នុងពេលវាធ្វើប្រតិបត្តិការ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។</a:t>
            </a:r>
            <a:endParaRPr lang="km-KH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223269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1376</TotalTime>
  <Words>3489</Words>
  <Application>Microsoft Macintosh PowerPoint</Application>
  <PresentationFormat>Widescreen</PresentationFormat>
  <Paragraphs>308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  <vt:lpstr>ប្រយោគផ្លោះ(Jump Statement)</vt:lpstr>
      <vt:lpstr>Exception Handling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480</cp:revision>
  <cp:lastPrinted>2026-01-11T04:09:46Z</cp:lastPrinted>
  <dcterms:created xsi:type="dcterms:W3CDTF">2026-01-06T12:55:20Z</dcterms:created>
  <dcterms:modified xsi:type="dcterms:W3CDTF">2026-01-14T15:47:07Z</dcterms:modified>
</cp:coreProperties>
</file>